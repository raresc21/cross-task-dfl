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FCAA-7600-C64D-6083-3D670B882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F80B6-47E7-A6EC-C390-BBF6286C3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20A56-9274-B480-3845-3DA20EC6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AEAED-F639-E60B-34BB-D52A139D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0AE79-B0B4-0D2F-4FC9-4BC0C157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68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862A-96D8-B2BC-B9AD-E46A1C02F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E289E-0DA1-6751-924E-35A79D0BA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9070F-393F-68CF-FD12-11411579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8313B-2555-E1EF-ADF6-BB53BAA22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B08BF-5B58-EE94-25D6-C6DEA568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9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0D97-C83D-4852-F1A0-41234CDFD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7BF01-F799-8AEC-9EEB-3ABEA0CB6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FCEFB-31EE-4081-E7F4-E48CDF0D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B1B5F-ACB2-503B-03DF-4DDE05712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543AE-5E4B-1AA0-D22C-ED0D32F7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5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82CF7-6296-70A7-8DB7-B0D02F73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11B6B-16CB-AE6F-6669-649C30BCF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2123E-DC4B-59FE-8A26-DA2314CE6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9ED7C-5F25-D7AD-7BE3-2FD5028B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13806-BA82-F07F-7E6A-04EB71EC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E0963-BB2A-1FE6-C5D1-DB4528952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38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304B-8BC0-8E52-59B1-3F3071294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0FB33-5139-796F-5D2F-674B8F4E0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9EE90-29F2-DE01-E85B-226514155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3EBD99-059A-7952-BA01-D2305ECD7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D7F0B-C231-B09B-8426-EDC8181F8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8C1271-159B-BC19-B486-285296AD2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6933E-03CF-163F-6B6C-5EABA09FB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57C26-DCAF-3C88-1029-83369805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4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3310-A518-AD73-1FDC-78968DD3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31B83-804E-F610-3F92-77D374BC5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7CC17-5568-DF7D-A07B-BF18DC074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7D84C-D99F-1B95-3950-C27BF20C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6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6383D-0480-552A-E70C-3B5F73F5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5D8A57-25FF-02E0-08B0-E1E9D205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9092C-6237-12C0-A2CE-20930A46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5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D7BA-2D4F-A908-9167-F8BFE64D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E6B95-68CE-2DEB-C1FE-F05C1B2FC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D1692-AE07-34A3-7FA3-4F727C74C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8D6B0-D074-9F95-5890-DC901DDB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DC2D6-1E4E-DACE-9C8F-E81107D0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618EA-E599-ABA3-72FA-BFBB9B5A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9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2C95-FAE8-9783-BEBD-0B2DF881E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05C9F-B5D4-33B7-0D96-EB0280249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D6FEC-69F3-256C-523C-BAA6C8A9B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A3E7F-85AD-4F68-EB5F-4D66A67E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A4190-EF64-D9BF-04F4-64267A84C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C14F5-3F0F-C5BD-6ED1-3EA8C253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42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53B6-3568-5D6A-25AE-233E2A72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74956-4356-22CA-B6FF-6A8E0A520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FE979-779C-53F0-388F-64C99427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2DA12-546B-AF62-E17B-0FD1C54C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C85BB-905E-C247-7C7F-8914AF8C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5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54E496-2D4E-E955-7205-3D7EF564B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41D84-0776-F066-5F50-288CC786A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147D-2265-C69D-EE6F-3BAA275BB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A020E-3DE3-8A85-960C-B0D1055E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4A669-01B1-6F46-7394-0E7CD45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4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DD230-60F4-9693-F3D8-109041C6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71299-D3D9-7933-D1CD-5BFBA12F4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4A55-F88B-BD20-DA21-795CBBED9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747A5-8E2D-459B-BE12-9B4976FB4D3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560F9-5A82-4136-EFD7-6A63A17F9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F9484-A29B-BDCF-311C-6CC9D2E87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3D71BD-B13B-4D68-A1AA-F0AC1C9FC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83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BEECC94F-2308-850C-DE1F-7EB19C378790}"/>
              </a:ext>
            </a:extLst>
          </p:cNvPr>
          <p:cNvSpPr/>
          <p:nvPr/>
        </p:nvSpPr>
        <p:spPr>
          <a:xfrm>
            <a:off x="270129" y="2779776"/>
            <a:ext cx="2743200" cy="914400"/>
          </a:xfrm>
          <a:custGeom>
            <a:avLst/>
            <a:gdLst>
              <a:gd name="connsiteX0" fmla="*/ 0 w 2743200"/>
              <a:gd name="connsiteY0" fmla="*/ 914400 h 914400"/>
              <a:gd name="connsiteX1" fmla="*/ 1371600 w 2743200"/>
              <a:gd name="connsiteY1" fmla="*/ 0 h 914400"/>
              <a:gd name="connsiteX2" fmla="*/ 2743200 w 2743200"/>
              <a:gd name="connsiteY2" fmla="*/ 914400 h 914400"/>
              <a:gd name="connsiteX3" fmla="*/ 0 w 2743200"/>
              <a:gd name="connsiteY3" fmla="*/ 914400 h 914400"/>
              <a:gd name="connsiteX0" fmla="*/ 29893 w 2802986"/>
              <a:gd name="connsiteY0" fmla="*/ 914400 h 914400"/>
              <a:gd name="connsiteX1" fmla="*/ 1401493 w 2802986"/>
              <a:gd name="connsiteY1" fmla="*/ 0 h 914400"/>
              <a:gd name="connsiteX2" fmla="*/ 2773093 w 2802986"/>
              <a:gd name="connsiteY2" fmla="*/ 914400 h 914400"/>
              <a:gd name="connsiteX3" fmla="*/ 29893 w 2802986"/>
              <a:gd name="connsiteY3" fmla="*/ 914400 h 914400"/>
              <a:gd name="connsiteX0" fmla="*/ 0 w 2773093"/>
              <a:gd name="connsiteY0" fmla="*/ 914400 h 914400"/>
              <a:gd name="connsiteX1" fmla="*/ 1371600 w 2773093"/>
              <a:gd name="connsiteY1" fmla="*/ 0 h 914400"/>
              <a:gd name="connsiteX2" fmla="*/ 2743200 w 2773093"/>
              <a:gd name="connsiteY2" fmla="*/ 914400 h 914400"/>
              <a:gd name="connsiteX3" fmla="*/ 0 w 2773093"/>
              <a:gd name="connsiteY3" fmla="*/ 914400 h 914400"/>
              <a:gd name="connsiteX0" fmla="*/ 0 w 2743200"/>
              <a:gd name="connsiteY0" fmla="*/ 914400 h 914400"/>
              <a:gd name="connsiteX1" fmla="*/ 1371600 w 2743200"/>
              <a:gd name="connsiteY1" fmla="*/ 0 h 914400"/>
              <a:gd name="connsiteX2" fmla="*/ 2743200 w 2743200"/>
              <a:gd name="connsiteY2" fmla="*/ 914400 h 914400"/>
              <a:gd name="connsiteX3" fmla="*/ 0 w 2743200"/>
              <a:gd name="connsiteY3" fmla="*/ 914400 h 914400"/>
              <a:gd name="connsiteX0" fmla="*/ 0 w 2743200"/>
              <a:gd name="connsiteY0" fmla="*/ 914400 h 914400"/>
              <a:gd name="connsiteX1" fmla="*/ 1371600 w 2743200"/>
              <a:gd name="connsiteY1" fmla="*/ 0 h 914400"/>
              <a:gd name="connsiteX2" fmla="*/ 2743200 w 2743200"/>
              <a:gd name="connsiteY2" fmla="*/ 914400 h 914400"/>
              <a:gd name="connsiteX3" fmla="*/ 0 w 27432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914400">
                <a:moveTo>
                  <a:pt x="0" y="914400"/>
                </a:moveTo>
                <a:cubicBezTo>
                  <a:pt x="628650" y="914400"/>
                  <a:pt x="914400" y="0"/>
                  <a:pt x="1371600" y="0"/>
                </a:cubicBezTo>
                <a:cubicBezTo>
                  <a:pt x="1828800" y="0"/>
                  <a:pt x="2047875" y="914400"/>
                  <a:pt x="2743200" y="914400"/>
                </a:cubicBezTo>
                <a:lnTo>
                  <a:pt x="0" y="9144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2CF578CB-F8AA-A945-AD9D-639B3C6B61CB}"/>
              </a:ext>
            </a:extLst>
          </p:cNvPr>
          <p:cNvSpPr/>
          <p:nvPr/>
        </p:nvSpPr>
        <p:spPr>
          <a:xfrm>
            <a:off x="6040468" y="2753310"/>
            <a:ext cx="2743200" cy="937515"/>
          </a:xfrm>
          <a:custGeom>
            <a:avLst/>
            <a:gdLst>
              <a:gd name="connsiteX0" fmla="*/ 0 w 2743200"/>
              <a:gd name="connsiteY0" fmla="*/ 914400 h 914400"/>
              <a:gd name="connsiteX1" fmla="*/ 1371600 w 2743200"/>
              <a:gd name="connsiteY1" fmla="*/ 0 h 914400"/>
              <a:gd name="connsiteX2" fmla="*/ 2743200 w 2743200"/>
              <a:gd name="connsiteY2" fmla="*/ 914400 h 914400"/>
              <a:gd name="connsiteX3" fmla="*/ 0 w 2743200"/>
              <a:gd name="connsiteY3" fmla="*/ 914400 h 914400"/>
              <a:gd name="connsiteX0" fmla="*/ 29893 w 2802986"/>
              <a:gd name="connsiteY0" fmla="*/ 914400 h 914400"/>
              <a:gd name="connsiteX1" fmla="*/ 1401493 w 2802986"/>
              <a:gd name="connsiteY1" fmla="*/ 0 h 914400"/>
              <a:gd name="connsiteX2" fmla="*/ 2773093 w 2802986"/>
              <a:gd name="connsiteY2" fmla="*/ 914400 h 914400"/>
              <a:gd name="connsiteX3" fmla="*/ 29893 w 2802986"/>
              <a:gd name="connsiteY3" fmla="*/ 914400 h 914400"/>
              <a:gd name="connsiteX0" fmla="*/ 0 w 2773093"/>
              <a:gd name="connsiteY0" fmla="*/ 914400 h 914400"/>
              <a:gd name="connsiteX1" fmla="*/ 1371600 w 2773093"/>
              <a:gd name="connsiteY1" fmla="*/ 0 h 914400"/>
              <a:gd name="connsiteX2" fmla="*/ 2743200 w 2773093"/>
              <a:gd name="connsiteY2" fmla="*/ 914400 h 914400"/>
              <a:gd name="connsiteX3" fmla="*/ 0 w 2773093"/>
              <a:gd name="connsiteY3" fmla="*/ 914400 h 914400"/>
              <a:gd name="connsiteX0" fmla="*/ 0 w 2743200"/>
              <a:gd name="connsiteY0" fmla="*/ 914400 h 914400"/>
              <a:gd name="connsiteX1" fmla="*/ 1371600 w 2743200"/>
              <a:gd name="connsiteY1" fmla="*/ 0 h 914400"/>
              <a:gd name="connsiteX2" fmla="*/ 2743200 w 2743200"/>
              <a:gd name="connsiteY2" fmla="*/ 914400 h 914400"/>
              <a:gd name="connsiteX3" fmla="*/ 0 w 2743200"/>
              <a:gd name="connsiteY3" fmla="*/ 914400 h 914400"/>
              <a:gd name="connsiteX0" fmla="*/ 0 w 2743200"/>
              <a:gd name="connsiteY0" fmla="*/ 914400 h 914400"/>
              <a:gd name="connsiteX1" fmla="*/ 1371600 w 2743200"/>
              <a:gd name="connsiteY1" fmla="*/ 0 h 914400"/>
              <a:gd name="connsiteX2" fmla="*/ 2743200 w 2743200"/>
              <a:gd name="connsiteY2" fmla="*/ 914400 h 914400"/>
              <a:gd name="connsiteX3" fmla="*/ 0 w 2743200"/>
              <a:gd name="connsiteY3" fmla="*/ 914400 h 914400"/>
              <a:gd name="connsiteX0" fmla="*/ 0 w 2743200"/>
              <a:gd name="connsiteY0" fmla="*/ 914400 h 914418"/>
              <a:gd name="connsiteX1" fmla="*/ 1371600 w 2743200"/>
              <a:gd name="connsiteY1" fmla="*/ 0 h 914418"/>
              <a:gd name="connsiteX2" fmla="*/ 2743200 w 2743200"/>
              <a:gd name="connsiteY2" fmla="*/ 914400 h 914418"/>
              <a:gd name="connsiteX3" fmla="*/ 0 w 2743200"/>
              <a:gd name="connsiteY3" fmla="*/ 914400 h 914418"/>
              <a:gd name="connsiteX0" fmla="*/ 0 w 2743200"/>
              <a:gd name="connsiteY0" fmla="*/ 914400 h 915797"/>
              <a:gd name="connsiteX1" fmla="*/ 1371600 w 2743200"/>
              <a:gd name="connsiteY1" fmla="*/ 0 h 915797"/>
              <a:gd name="connsiteX2" fmla="*/ 2743200 w 2743200"/>
              <a:gd name="connsiteY2" fmla="*/ 914400 h 915797"/>
              <a:gd name="connsiteX3" fmla="*/ 0 w 2743200"/>
              <a:gd name="connsiteY3" fmla="*/ 914400 h 915797"/>
              <a:gd name="connsiteX0" fmla="*/ 0 w 2743200"/>
              <a:gd name="connsiteY0" fmla="*/ 909637 h 911041"/>
              <a:gd name="connsiteX1" fmla="*/ 1133475 w 2743200"/>
              <a:gd name="connsiteY1" fmla="*/ 0 h 911041"/>
              <a:gd name="connsiteX2" fmla="*/ 2743200 w 2743200"/>
              <a:gd name="connsiteY2" fmla="*/ 909637 h 911041"/>
              <a:gd name="connsiteX3" fmla="*/ 0 w 2743200"/>
              <a:gd name="connsiteY3" fmla="*/ 909637 h 911041"/>
              <a:gd name="connsiteX0" fmla="*/ 0 w 2743200"/>
              <a:gd name="connsiteY0" fmla="*/ 909637 h 913051"/>
              <a:gd name="connsiteX1" fmla="*/ 1133475 w 2743200"/>
              <a:gd name="connsiteY1" fmla="*/ 0 h 913051"/>
              <a:gd name="connsiteX2" fmla="*/ 2743200 w 2743200"/>
              <a:gd name="connsiteY2" fmla="*/ 909637 h 913051"/>
              <a:gd name="connsiteX3" fmla="*/ 0 w 2743200"/>
              <a:gd name="connsiteY3" fmla="*/ 909637 h 913051"/>
              <a:gd name="connsiteX0" fmla="*/ 0 w 2743200"/>
              <a:gd name="connsiteY0" fmla="*/ 909637 h 913051"/>
              <a:gd name="connsiteX1" fmla="*/ 1133475 w 2743200"/>
              <a:gd name="connsiteY1" fmla="*/ 0 h 913051"/>
              <a:gd name="connsiteX2" fmla="*/ 2743200 w 2743200"/>
              <a:gd name="connsiteY2" fmla="*/ 909637 h 913051"/>
              <a:gd name="connsiteX3" fmla="*/ 0 w 2743200"/>
              <a:gd name="connsiteY3" fmla="*/ 909637 h 913051"/>
              <a:gd name="connsiteX0" fmla="*/ 0 w 2743200"/>
              <a:gd name="connsiteY0" fmla="*/ 937813 h 940615"/>
              <a:gd name="connsiteX1" fmla="*/ 1133475 w 2743200"/>
              <a:gd name="connsiteY1" fmla="*/ 28176 h 940615"/>
              <a:gd name="connsiteX2" fmla="*/ 2743200 w 2743200"/>
              <a:gd name="connsiteY2" fmla="*/ 937813 h 940615"/>
              <a:gd name="connsiteX3" fmla="*/ 0 w 2743200"/>
              <a:gd name="connsiteY3" fmla="*/ 937813 h 940615"/>
              <a:gd name="connsiteX0" fmla="*/ 0 w 2743200"/>
              <a:gd name="connsiteY0" fmla="*/ 937813 h 940615"/>
              <a:gd name="connsiteX1" fmla="*/ 1006475 w 2743200"/>
              <a:gd name="connsiteY1" fmla="*/ 28176 h 940615"/>
              <a:gd name="connsiteX2" fmla="*/ 2743200 w 2743200"/>
              <a:gd name="connsiteY2" fmla="*/ 937813 h 940615"/>
              <a:gd name="connsiteX3" fmla="*/ 0 w 2743200"/>
              <a:gd name="connsiteY3" fmla="*/ 937813 h 940615"/>
              <a:gd name="connsiteX0" fmla="*/ 0 w 2743200"/>
              <a:gd name="connsiteY0" fmla="*/ 934705 h 937515"/>
              <a:gd name="connsiteX1" fmla="*/ 1054100 w 2743200"/>
              <a:gd name="connsiteY1" fmla="*/ 28243 h 937515"/>
              <a:gd name="connsiteX2" fmla="*/ 2743200 w 2743200"/>
              <a:gd name="connsiteY2" fmla="*/ 934705 h 937515"/>
              <a:gd name="connsiteX3" fmla="*/ 0 w 2743200"/>
              <a:gd name="connsiteY3" fmla="*/ 934705 h 937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937515">
                <a:moveTo>
                  <a:pt x="0" y="934705"/>
                </a:moveTo>
                <a:cubicBezTo>
                  <a:pt x="1316038" y="1002967"/>
                  <a:pt x="835025" y="-197182"/>
                  <a:pt x="1054100" y="28243"/>
                </a:cubicBezTo>
                <a:cubicBezTo>
                  <a:pt x="1273175" y="253668"/>
                  <a:pt x="687387" y="945817"/>
                  <a:pt x="2743200" y="934705"/>
                </a:cubicBezTo>
                <a:lnTo>
                  <a:pt x="0" y="9347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6">
            <a:extLst>
              <a:ext uri="{FF2B5EF4-FFF2-40B4-BE49-F238E27FC236}">
                <a16:creationId xmlns:a16="http://schemas.microsoft.com/office/drawing/2014/main" id="{BD12BC4C-7509-0517-5D49-7F5734EFA0BD}"/>
              </a:ext>
            </a:extLst>
          </p:cNvPr>
          <p:cNvSpPr/>
          <p:nvPr/>
        </p:nvSpPr>
        <p:spPr>
          <a:xfrm>
            <a:off x="3165728" y="2779776"/>
            <a:ext cx="2743200" cy="911041"/>
          </a:xfrm>
          <a:custGeom>
            <a:avLst/>
            <a:gdLst>
              <a:gd name="connsiteX0" fmla="*/ 0 w 2743200"/>
              <a:gd name="connsiteY0" fmla="*/ 914400 h 914400"/>
              <a:gd name="connsiteX1" fmla="*/ 1371600 w 2743200"/>
              <a:gd name="connsiteY1" fmla="*/ 0 h 914400"/>
              <a:gd name="connsiteX2" fmla="*/ 2743200 w 2743200"/>
              <a:gd name="connsiteY2" fmla="*/ 914400 h 914400"/>
              <a:gd name="connsiteX3" fmla="*/ 0 w 2743200"/>
              <a:gd name="connsiteY3" fmla="*/ 914400 h 914400"/>
              <a:gd name="connsiteX0" fmla="*/ 29893 w 2802986"/>
              <a:gd name="connsiteY0" fmla="*/ 914400 h 914400"/>
              <a:gd name="connsiteX1" fmla="*/ 1401493 w 2802986"/>
              <a:gd name="connsiteY1" fmla="*/ 0 h 914400"/>
              <a:gd name="connsiteX2" fmla="*/ 2773093 w 2802986"/>
              <a:gd name="connsiteY2" fmla="*/ 914400 h 914400"/>
              <a:gd name="connsiteX3" fmla="*/ 29893 w 2802986"/>
              <a:gd name="connsiteY3" fmla="*/ 914400 h 914400"/>
              <a:gd name="connsiteX0" fmla="*/ 0 w 2773093"/>
              <a:gd name="connsiteY0" fmla="*/ 914400 h 914400"/>
              <a:gd name="connsiteX1" fmla="*/ 1371600 w 2773093"/>
              <a:gd name="connsiteY1" fmla="*/ 0 h 914400"/>
              <a:gd name="connsiteX2" fmla="*/ 2743200 w 2773093"/>
              <a:gd name="connsiteY2" fmla="*/ 914400 h 914400"/>
              <a:gd name="connsiteX3" fmla="*/ 0 w 2773093"/>
              <a:gd name="connsiteY3" fmla="*/ 914400 h 914400"/>
              <a:gd name="connsiteX0" fmla="*/ 0 w 2743200"/>
              <a:gd name="connsiteY0" fmla="*/ 914400 h 914400"/>
              <a:gd name="connsiteX1" fmla="*/ 1371600 w 2743200"/>
              <a:gd name="connsiteY1" fmla="*/ 0 h 914400"/>
              <a:gd name="connsiteX2" fmla="*/ 2743200 w 2743200"/>
              <a:gd name="connsiteY2" fmla="*/ 914400 h 914400"/>
              <a:gd name="connsiteX3" fmla="*/ 0 w 2743200"/>
              <a:gd name="connsiteY3" fmla="*/ 914400 h 914400"/>
              <a:gd name="connsiteX0" fmla="*/ 0 w 2743200"/>
              <a:gd name="connsiteY0" fmla="*/ 914400 h 914400"/>
              <a:gd name="connsiteX1" fmla="*/ 1371600 w 2743200"/>
              <a:gd name="connsiteY1" fmla="*/ 0 h 914400"/>
              <a:gd name="connsiteX2" fmla="*/ 2743200 w 2743200"/>
              <a:gd name="connsiteY2" fmla="*/ 914400 h 914400"/>
              <a:gd name="connsiteX3" fmla="*/ 0 w 2743200"/>
              <a:gd name="connsiteY3" fmla="*/ 914400 h 914400"/>
              <a:gd name="connsiteX0" fmla="*/ 0 w 2743200"/>
              <a:gd name="connsiteY0" fmla="*/ 914400 h 914418"/>
              <a:gd name="connsiteX1" fmla="*/ 1371600 w 2743200"/>
              <a:gd name="connsiteY1" fmla="*/ 0 h 914418"/>
              <a:gd name="connsiteX2" fmla="*/ 2743200 w 2743200"/>
              <a:gd name="connsiteY2" fmla="*/ 914400 h 914418"/>
              <a:gd name="connsiteX3" fmla="*/ 0 w 2743200"/>
              <a:gd name="connsiteY3" fmla="*/ 914400 h 914418"/>
              <a:gd name="connsiteX0" fmla="*/ 0 w 2743200"/>
              <a:gd name="connsiteY0" fmla="*/ 914400 h 915797"/>
              <a:gd name="connsiteX1" fmla="*/ 1371600 w 2743200"/>
              <a:gd name="connsiteY1" fmla="*/ 0 h 915797"/>
              <a:gd name="connsiteX2" fmla="*/ 2743200 w 2743200"/>
              <a:gd name="connsiteY2" fmla="*/ 914400 h 915797"/>
              <a:gd name="connsiteX3" fmla="*/ 0 w 2743200"/>
              <a:gd name="connsiteY3" fmla="*/ 914400 h 915797"/>
              <a:gd name="connsiteX0" fmla="*/ 0 w 2743200"/>
              <a:gd name="connsiteY0" fmla="*/ 909637 h 911041"/>
              <a:gd name="connsiteX1" fmla="*/ 1133475 w 2743200"/>
              <a:gd name="connsiteY1" fmla="*/ 0 h 911041"/>
              <a:gd name="connsiteX2" fmla="*/ 2743200 w 2743200"/>
              <a:gd name="connsiteY2" fmla="*/ 909637 h 911041"/>
              <a:gd name="connsiteX3" fmla="*/ 0 w 2743200"/>
              <a:gd name="connsiteY3" fmla="*/ 909637 h 91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911041">
                <a:moveTo>
                  <a:pt x="0" y="909637"/>
                </a:moveTo>
                <a:cubicBezTo>
                  <a:pt x="1157288" y="914399"/>
                  <a:pt x="676275" y="0"/>
                  <a:pt x="1133475" y="0"/>
                </a:cubicBezTo>
                <a:cubicBezTo>
                  <a:pt x="1590675" y="0"/>
                  <a:pt x="1185862" y="952499"/>
                  <a:pt x="2743200" y="909637"/>
                </a:cubicBezTo>
                <a:lnTo>
                  <a:pt x="0" y="90963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5B5D3B-9B80-16FB-DE9A-655E34C2049D}"/>
              </a:ext>
            </a:extLst>
          </p:cNvPr>
          <p:cNvCxnSpPr>
            <a:cxnSpLocks/>
          </p:cNvCxnSpPr>
          <p:nvPr/>
        </p:nvCxnSpPr>
        <p:spPr>
          <a:xfrm flipV="1">
            <a:off x="741045" y="3543300"/>
            <a:ext cx="0" cy="147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780FAF-D185-A178-162B-F98E547828D5}"/>
              </a:ext>
            </a:extLst>
          </p:cNvPr>
          <p:cNvCxnSpPr>
            <a:cxnSpLocks/>
          </p:cNvCxnSpPr>
          <p:nvPr/>
        </p:nvCxnSpPr>
        <p:spPr>
          <a:xfrm>
            <a:off x="893445" y="3371850"/>
            <a:ext cx="0" cy="323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F85A3A-36E4-F618-4A2A-A85C3F08BF0F}"/>
              </a:ext>
            </a:extLst>
          </p:cNvPr>
          <p:cNvCxnSpPr>
            <a:cxnSpLocks/>
          </p:cNvCxnSpPr>
          <p:nvPr/>
        </p:nvCxnSpPr>
        <p:spPr>
          <a:xfrm>
            <a:off x="1045845" y="3235296"/>
            <a:ext cx="0" cy="4555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6B2F18-4EA2-660B-4231-41404965EA2A}"/>
              </a:ext>
            </a:extLst>
          </p:cNvPr>
          <p:cNvCxnSpPr>
            <a:cxnSpLocks/>
          </p:cNvCxnSpPr>
          <p:nvPr/>
        </p:nvCxnSpPr>
        <p:spPr>
          <a:xfrm>
            <a:off x="1203007" y="3074194"/>
            <a:ext cx="0" cy="616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11E572-07B5-A061-9D62-F3FBCA025116}"/>
              </a:ext>
            </a:extLst>
          </p:cNvPr>
          <p:cNvCxnSpPr>
            <a:cxnSpLocks/>
          </p:cNvCxnSpPr>
          <p:nvPr/>
        </p:nvCxnSpPr>
        <p:spPr>
          <a:xfrm>
            <a:off x="1345882" y="2921795"/>
            <a:ext cx="0" cy="7690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A432227-6167-E0FD-13B2-BD551009E599}"/>
              </a:ext>
            </a:extLst>
          </p:cNvPr>
          <p:cNvCxnSpPr>
            <a:cxnSpLocks/>
          </p:cNvCxnSpPr>
          <p:nvPr/>
        </p:nvCxnSpPr>
        <p:spPr>
          <a:xfrm>
            <a:off x="1500664" y="2821781"/>
            <a:ext cx="0" cy="8690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EE304C-B1C2-639D-0DE2-75233C456B38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1641729" y="2779776"/>
            <a:ext cx="0" cy="9110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8516CCA-9697-F4DF-F736-EDAC1B53249B}"/>
              </a:ext>
            </a:extLst>
          </p:cNvPr>
          <p:cNvCxnSpPr>
            <a:cxnSpLocks/>
          </p:cNvCxnSpPr>
          <p:nvPr/>
        </p:nvCxnSpPr>
        <p:spPr>
          <a:xfrm>
            <a:off x="1782222" y="2821781"/>
            <a:ext cx="0" cy="8690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5BA50E9-FEE7-F31D-95BA-BE758164B829}"/>
              </a:ext>
            </a:extLst>
          </p:cNvPr>
          <p:cNvCxnSpPr>
            <a:cxnSpLocks/>
          </p:cNvCxnSpPr>
          <p:nvPr/>
        </p:nvCxnSpPr>
        <p:spPr>
          <a:xfrm>
            <a:off x="1915572" y="2897981"/>
            <a:ext cx="0" cy="7928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42B71F8-55A1-BC21-36B1-83348E463B30}"/>
              </a:ext>
            </a:extLst>
          </p:cNvPr>
          <p:cNvCxnSpPr>
            <a:cxnSpLocks/>
          </p:cNvCxnSpPr>
          <p:nvPr/>
        </p:nvCxnSpPr>
        <p:spPr>
          <a:xfrm>
            <a:off x="2048922" y="3024188"/>
            <a:ext cx="0" cy="666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0C757E-13FB-3358-190B-8711204E8BA4}"/>
              </a:ext>
            </a:extLst>
          </p:cNvPr>
          <p:cNvCxnSpPr>
            <a:cxnSpLocks/>
          </p:cNvCxnSpPr>
          <p:nvPr/>
        </p:nvCxnSpPr>
        <p:spPr>
          <a:xfrm>
            <a:off x="2167985" y="3159919"/>
            <a:ext cx="0" cy="5308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3207E5-16EC-5AC2-ED41-90DEF7777CC4}"/>
              </a:ext>
            </a:extLst>
          </p:cNvPr>
          <p:cNvCxnSpPr>
            <a:cxnSpLocks/>
          </p:cNvCxnSpPr>
          <p:nvPr/>
        </p:nvCxnSpPr>
        <p:spPr>
          <a:xfrm>
            <a:off x="2284666" y="3306306"/>
            <a:ext cx="0" cy="3845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B36AECC-EE64-5F6E-6706-81633043E717}"/>
              </a:ext>
            </a:extLst>
          </p:cNvPr>
          <p:cNvCxnSpPr>
            <a:cxnSpLocks/>
          </p:cNvCxnSpPr>
          <p:nvPr/>
        </p:nvCxnSpPr>
        <p:spPr>
          <a:xfrm>
            <a:off x="2396585" y="3425368"/>
            <a:ext cx="0" cy="2654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D7A47BF-78CF-91AC-1630-BF35D2B285F7}"/>
              </a:ext>
            </a:extLst>
          </p:cNvPr>
          <p:cNvCxnSpPr>
            <a:cxnSpLocks/>
          </p:cNvCxnSpPr>
          <p:nvPr/>
        </p:nvCxnSpPr>
        <p:spPr>
          <a:xfrm>
            <a:off x="2513266" y="3498561"/>
            <a:ext cx="0" cy="192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FF2C9F9-39C7-3D5E-8F66-6617365500EA}"/>
              </a:ext>
            </a:extLst>
          </p:cNvPr>
          <p:cNvCxnSpPr>
            <a:cxnSpLocks/>
          </p:cNvCxnSpPr>
          <p:nvPr/>
        </p:nvCxnSpPr>
        <p:spPr>
          <a:xfrm>
            <a:off x="3846765" y="3492800"/>
            <a:ext cx="0" cy="192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E1B8961-3EEF-062D-D1BD-7896721D5765}"/>
              </a:ext>
            </a:extLst>
          </p:cNvPr>
          <p:cNvCxnSpPr>
            <a:cxnSpLocks/>
          </p:cNvCxnSpPr>
          <p:nvPr/>
        </p:nvCxnSpPr>
        <p:spPr>
          <a:xfrm>
            <a:off x="3992022" y="3273457"/>
            <a:ext cx="0" cy="409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FF6D323-8BFD-345F-7DFB-CC29E9D6B0D0}"/>
              </a:ext>
            </a:extLst>
          </p:cNvPr>
          <p:cNvCxnSpPr>
            <a:cxnSpLocks/>
          </p:cNvCxnSpPr>
          <p:nvPr/>
        </p:nvCxnSpPr>
        <p:spPr>
          <a:xfrm>
            <a:off x="4142040" y="2852738"/>
            <a:ext cx="0" cy="8414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3C09BF4-1A44-6D16-8AF2-78ED5B495A2E}"/>
              </a:ext>
            </a:extLst>
          </p:cNvPr>
          <p:cNvCxnSpPr>
            <a:cxnSpLocks/>
            <a:stCxn id="9" idx="1"/>
          </p:cNvCxnSpPr>
          <p:nvPr/>
        </p:nvCxnSpPr>
        <p:spPr>
          <a:xfrm>
            <a:off x="4299203" y="2779776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B9EE0DB-57A4-A5AF-B233-F1F6B25604E2}"/>
              </a:ext>
            </a:extLst>
          </p:cNvPr>
          <p:cNvCxnSpPr>
            <a:cxnSpLocks/>
          </p:cNvCxnSpPr>
          <p:nvPr/>
        </p:nvCxnSpPr>
        <p:spPr>
          <a:xfrm>
            <a:off x="4473035" y="2852738"/>
            <a:ext cx="0" cy="8438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C185B9-9115-51AA-6CFE-6E4CB796C1BB}"/>
              </a:ext>
            </a:extLst>
          </p:cNvPr>
          <p:cNvCxnSpPr>
            <a:cxnSpLocks/>
          </p:cNvCxnSpPr>
          <p:nvPr/>
        </p:nvCxnSpPr>
        <p:spPr>
          <a:xfrm>
            <a:off x="4644485" y="3200400"/>
            <a:ext cx="0" cy="490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772E017-573F-3C91-6FDC-852C72D9B600}"/>
              </a:ext>
            </a:extLst>
          </p:cNvPr>
          <p:cNvCxnSpPr>
            <a:cxnSpLocks/>
          </p:cNvCxnSpPr>
          <p:nvPr/>
        </p:nvCxnSpPr>
        <p:spPr>
          <a:xfrm>
            <a:off x="4808791" y="3389769"/>
            <a:ext cx="0" cy="3010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094C43E-F80D-27B8-D4BE-031F9B3A262C}"/>
              </a:ext>
            </a:extLst>
          </p:cNvPr>
          <p:cNvCxnSpPr>
            <a:cxnSpLocks/>
          </p:cNvCxnSpPr>
          <p:nvPr/>
        </p:nvCxnSpPr>
        <p:spPr>
          <a:xfrm>
            <a:off x="4965953" y="3524250"/>
            <a:ext cx="0" cy="1695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D758754-31D5-85C3-D060-DD9A111540FC}"/>
              </a:ext>
            </a:extLst>
          </p:cNvPr>
          <p:cNvCxnSpPr>
            <a:cxnSpLocks/>
          </p:cNvCxnSpPr>
          <p:nvPr/>
        </p:nvCxnSpPr>
        <p:spPr>
          <a:xfrm>
            <a:off x="6582282" y="3550938"/>
            <a:ext cx="0" cy="1406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AAFC82E-08E7-A2CD-E945-1AD8BD372E76}"/>
              </a:ext>
            </a:extLst>
          </p:cNvPr>
          <p:cNvCxnSpPr>
            <a:cxnSpLocks/>
          </p:cNvCxnSpPr>
          <p:nvPr/>
        </p:nvCxnSpPr>
        <p:spPr>
          <a:xfrm>
            <a:off x="6772782" y="3365140"/>
            <a:ext cx="0" cy="33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A6011E5-EFEE-2112-C9FB-25AC46D94AD4}"/>
              </a:ext>
            </a:extLst>
          </p:cNvPr>
          <p:cNvCxnSpPr>
            <a:cxnSpLocks/>
          </p:cNvCxnSpPr>
          <p:nvPr/>
        </p:nvCxnSpPr>
        <p:spPr>
          <a:xfrm>
            <a:off x="6942168" y="2789191"/>
            <a:ext cx="0" cy="9016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F98DC67-C865-BBC7-6249-BFDB8A85D9C3}"/>
              </a:ext>
            </a:extLst>
          </p:cNvPr>
          <p:cNvCxnSpPr>
            <a:cxnSpLocks/>
          </p:cNvCxnSpPr>
          <p:nvPr/>
        </p:nvCxnSpPr>
        <p:spPr>
          <a:xfrm>
            <a:off x="7102188" y="3365140"/>
            <a:ext cx="0" cy="3256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CFFF449-A14A-7397-EFC3-746BAD3AAF66}"/>
              </a:ext>
            </a:extLst>
          </p:cNvPr>
          <p:cNvCxnSpPr>
            <a:cxnSpLocks/>
          </p:cNvCxnSpPr>
          <p:nvPr/>
        </p:nvCxnSpPr>
        <p:spPr>
          <a:xfrm>
            <a:off x="7268906" y="3485956"/>
            <a:ext cx="0" cy="2112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C57DDE7-2987-2845-77C9-8593AD932CC5}"/>
              </a:ext>
            </a:extLst>
          </p:cNvPr>
          <p:cNvCxnSpPr>
            <a:cxnSpLocks/>
          </p:cNvCxnSpPr>
          <p:nvPr/>
        </p:nvCxnSpPr>
        <p:spPr>
          <a:xfrm>
            <a:off x="7491919" y="3579019"/>
            <a:ext cx="0" cy="1117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51D77F0-65F8-5772-E06B-74F70FC8A221}"/>
              </a:ext>
            </a:extLst>
          </p:cNvPr>
          <p:cNvCxnSpPr>
            <a:cxnSpLocks/>
            <a:stCxn id="7" idx="0"/>
            <a:endCxn id="7" idx="2"/>
          </p:cNvCxnSpPr>
          <p:nvPr/>
        </p:nvCxnSpPr>
        <p:spPr>
          <a:xfrm>
            <a:off x="270129" y="3694176"/>
            <a:ext cx="2743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3F72B4E-B565-2B2D-EE27-A1E9A3477A7E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3165728" y="3689413"/>
            <a:ext cx="2743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8FD81A0-A2BE-28DB-DBBE-62FB880D0E77}"/>
              </a:ext>
            </a:extLst>
          </p:cNvPr>
          <p:cNvCxnSpPr>
            <a:cxnSpLocks/>
            <a:stCxn id="8" idx="0"/>
            <a:endCxn id="8" idx="2"/>
          </p:cNvCxnSpPr>
          <p:nvPr/>
        </p:nvCxnSpPr>
        <p:spPr>
          <a:xfrm>
            <a:off x="6040468" y="3688015"/>
            <a:ext cx="2743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E3773D7-AE6A-545B-CB48-6B92BB3E8027}"/>
              </a:ext>
            </a:extLst>
          </p:cNvPr>
          <p:cNvCxnSpPr>
            <a:cxnSpLocks/>
          </p:cNvCxnSpPr>
          <p:nvPr/>
        </p:nvCxnSpPr>
        <p:spPr>
          <a:xfrm>
            <a:off x="8955118" y="3683179"/>
            <a:ext cx="2743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354FE70-0D71-8637-0BED-22ACB58D2CB0}"/>
              </a:ext>
            </a:extLst>
          </p:cNvPr>
          <p:cNvCxnSpPr>
            <a:cxnSpLocks/>
          </p:cNvCxnSpPr>
          <p:nvPr/>
        </p:nvCxnSpPr>
        <p:spPr>
          <a:xfrm>
            <a:off x="9590118" y="2776462"/>
            <a:ext cx="0" cy="9016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E8B7FC0-47CF-A854-E2B2-9AED6558D94F}"/>
              </a:ext>
            </a:extLst>
          </p:cNvPr>
          <p:cNvCxnSpPr>
            <a:cxnSpLocks/>
          </p:cNvCxnSpPr>
          <p:nvPr/>
        </p:nvCxnSpPr>
        <p:spPr>
          <a:xfrm>
            <a:off x="2396585" y="3024188"/>
            <a:ext cx="1087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DB50F8F-107A-C0DB-8D76-69A282FBFD2D}"/>
              </a:ext>
            </a:extLst>
          </p:cNvPr>
          <p:cNvCxnSpPr>
            <a:cxnSpLocks/>
          </p:cNvCxnSpPr>
          <p:nvPr/>
        </p:nvCxnSpPr>
        <p:spPr>
          <a:xfrm>
            <a:off x="5179503" y="3019426"/>
            <a:ext cx="1087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18A363A-C103-7959-65A8-CFA0382ED24A}"/>
              </a:ext>
            </a:extLst>
          </p:cNvPr>
          <p:cNvCxnSpPr>
            <a:cxnSpLocks/>
          </p:cNvCxnSpPr>
          <p:nvPr/>
        </p:nvCxnSpPr>
        <p:spPr>
          <a:xfrm>
            <a:off x="7932522" y="3006568"/>
            <a:ext cx="1087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C8BD232-C16C-5446-8DE3-08D0011D7F35}"/>
              </a:ext>
            </a:extLst>
          </p:cNvPr>
          <p:cNvSpPr/>
          <p:nvPr/>
        </p:nvSpPr>
        <p:spPr>
          <a:xfrm>
            <a:off x="2204513" y="2250879"/>
            <a:ext cx="1592532" cy="71436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Reduction Layer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6F4C00B-F2B4-6306-666F-C0F587A9B6BC}"/>
              </a:ext>
            </a:extLst>
          </p:cNvPr>
          <p:cNvSpPr/>
          <p:nvPr/>
        </p:nvSpPr>
        <p:spPr>
          <a:xfrm>
            <a:off x="4871559" y="2256118"/>
            <a:ext cx="1592532" cy="71436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Reduction Layer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9BA23F9-51E5-1604-203F-8CF57397E7BA}"/>
              </a:ext>
            </a:extLst>
          </p:cNvPr>
          <p:cNvSpPr/>
          <p:nvPr/>
        </p:nvSpPr>
        <p:spPr>
          <a:xfrm>
            <a:off x="7680086" y="2250878"/>
            <a:ext cx="1592532" cy="71436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Reduction Layer</a:t>
            </a: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1B574435-8FCB-4206-D4AF-FF205B40119E}"/>
              </a:ext>
            </a:extLst>
          </p:cNvPr>
          <p:cNvCxnSpPr>
            <a:cxnSpLocks/>
          </p:cNvCxnSpPr>
          <p:nvPr/>
        </p:nvCxnSpPr>
        <p:spPr>
          <a:xfrm>
            <a:off x="3365752" y="3778482"/>
            <a:ext cx="626270" cy="569921"/>
          </a:xfrm>
          <a:prstGeom prst="bentConnector3">
            <a:avLst>
              <a:gd name="adj1" fmla="val -155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6FBE26F-20B0-9100-B7AF-B17E1191483E}"/>
              </a:ext>
            </a:extLst>
          </p:cNvPr>
          <p:cNvSpPr/>
          <p:nvPr/>
        </p:nvSpPr>
        <p:spPr>
          <a:xfrm>
            <a:off x="4129730" y="3943626"/>
            <a:ext cx="1592532" cy="714367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Task-based loss</a:t>
            </a:r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60F08BB5-5EA9-2E3A-0502-FDE736AB1454}"/>
              </a:ext>
            </a:extLst>
          </p:cNvPr>
          <p:cNvCxnSpPr>
            <a:cxnSpLocks/>
          </p:cNvCxnSpPr>
          <p:nvPr/>
        </p:nvCxnSpPr>
        <p:spPr>
          <a:xfrm>
            <a:off x="6225348" y="3778482"/>
            <a:ext cx="626270" cy="569921"/>
          </a:xfrm>
          <a:prstGeom prst="bentConnector3">
            <a:avLst>
              <a:gd name="adj1" fmla="val -155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B6EA273-70D5-B3BE-6596-9983A58BCF85}"/>
              </a:ext>
            </a:extLst>
          </p:cNvPr>
          <p:cNvSpPr/>
          <p:nvPr/>
        </p:nvSpPr>
        <p:spPr>
          <a:xfrm>
            <a:off x="6989326" y="3943626"/>
            <a:ext cx="1592532" cy="714367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Task-based loss</a:t>
            </a:r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E4E83562-7BDF-4EFB-89BE-2DEAD4C2984D}"/>
              </a:ext>
            </a:extLst>
          </p:cNvPr>
          <p:cNvCxnSpPr>
            <a:cxnSpLocks/>
          </p:cNvCxnSpPr>
          <p:nvPr/>
        </p:nvCxnSpPr>
        <p:spPr>
          <a:xfrm>
            <a:off x="9084944" y="3778482"/>
            <a:ext cx="626270" cy="569921"/>
          </a:xfrm>
          <a:prstGeom prst="bentConnector3">
            <a:avLst>
              <a:gd name="adj1" fmla="val -155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0F60EB8-A0C9-3BDF-7083-8CD4D2500ACD}"/>
              </a:ext>
            </a:extLst>
          </p:cNvPr>
          <p:cNvSpPr/>
          <p:nvPr/>
        </p:nvSpPr>
        <p:spPr>
          <a:xfrm>
            <a:off x="9848922" y="3943626"/>
            <a:ext cx="1592532" cy="714367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Task-based loss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9FA93F8-7E0E-028D-97D1-0A9DD7DC87D8}"/>
              </a:ext>
            </a:extLst>
          </p:cNvPr>
          <p:cNvSpPr/>
          <p:nvPr/>
        </p:nvSpPr>
        <p:spPr>
          <a:xfrm>
            <a:off x="985956" y="3890850"/>
            <a:ext cx="1592532" cy="7143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Input distribution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783769F-7654-CF91-069A-1622B7DAF1DA}"/>
              </a:ext>
            </a:extLst>
          </p:cNvPr>
          <p:cNvSpPr/>
          <p:nvPr/>
        </p:nvSpPr>
        <p:spPr>
          <a:xfrm>
            <a:off x="538305" y="286145"/>
            <a:ext cx="3332416" cy="7143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Optimization Parameters (Constraints, Objective)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ABE41DD-9AEC-015D-9232-70CB4805A90C}"/>
              </a:ext>
            </a:extLst>
          </p:cNvPr>
          <p:cNvSpPr/>
          <p:nvPr/>
        </p:nvSpPr>
        <p:spPr>
          <a:xfrm>
            <a:off x="2167984" y="1155682"/>
            <a:ext cx="7104633" cy="45482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Neural Network</a:t>
            </a:r>
          </a:p>
        </p:txBody>
      </p: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CA4CCCE5-E358-86DC-11C3-3E47B5FF71DE}"/>
              </a:ext>
            </a:extLst>
          </p:cNvPr>
          <p:cNvCxnSpPr>
            <a:cxnSpLocks/>
            <a:stCxn id="142" idx="3"/>
            <a:endCxn id="143" idx="0"/>
          </p:cNvCxnSpPr>
          <p:nvPr/>
        </p:nvCxnSpPr>
        <p:spPr>
          <a:xfrm>
            <a:off x="3870721" y="643329"/>
            <a:ext cx="1849580" cy="5123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E7B53A10-10D1-94BF-017F-E26E4CC6FE42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3000779" y="1610506"/>
            <a:ext cx="0" cy="640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6796831-ABB3-6BB5-F730-3D5A3053FF4C}"/>
              </a:ext>
            </a:extLst>
          </p:cNvPr>
          <p:cNvCxnSpPr>
            <a:cxnSpLocks/>
            <a:endCxn id="117" idx="0"/>
          </p:cNvCxnSpPr>
          <p:nvPr/>
        </p:nvCxnSpPr>
        <p:spPr>
          <a:xfrm>
            <a:off x="5667825" y="1610506"/>
            <a:ext cx="0" cy="645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08495B49-5193-66B2-5791-28BF17337854}"/>
              </a:ext>
            </a:extLst>
          </p:cNvPr>
          <p:cNvCxnSpPr>
            <a:cxnSpLocks/>
            <a:endCxn id="118" idx="0"/>
          </p:cNvCxnSpPr>
          <p:nvPr/>
        </p:nvCxnSpPr>
        <p:spPr>
          <a:xfrm>
            <a:off x="8476351" y="1605266"/>
            <a:ext cx="1" cy="645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D5B1C32-FA1C-DE08-CE99-7AEB6E902411}"/>
              </a:ext>
            </a:extLst>
          </p:cNvPr>
          <p:cNvSpPr/>
          <p:nvPr/>
        </p:nvSpPr>
        <p:spPr>
          <a:xfrm>
            <a:off x="382332" y="213976"/>
            <a:ext cx="11315975" cy="153447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0D60FCA-49FA-404F-67E3-7066F426754E}"/>
              </a:ext>
            </a:extLst>
          </p:cNvPr>
          <p:cNvSpPr/>
          <p:nvPr/>
        </p:nvSpPr>
        <p:spPr>
          <a:xfrm>
            <a:off x="382331" y="1900112"/>
            <a:ext cx="11315975" cy="2871907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93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23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Rares Cristian</dc:creator>
  <cp:lastModifiedBy>Rares Cristian</cp:lastModifiedBy>
  <cp:revision>6</cp:revision>
  <dcterms:created xsi:type="dcterms:W3CDTF">2024-06-04T19:42:57Z</dcterms:created>
  <dcterms:modified xsi:type="dcterms:W3CDTF">2024-06-05T18:07:19Z</dcterms:modified>
</cp:coreProperties>
</file>